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90" r:id="rId2"/>
    <p:sldId id="282" r:id="rId3"/>
    <p:sldId id="260" r:id="rId4"/>
    <p:sldId id="283" r:id="rId5"/>
    <p:sldId id="274" r:id="rId6"/>
    <p:sldId id="284" r:id="rId7"/>
    <p:sldId id="275" r:id="rId8"/>
    <p:sldId id="285" r:id="rId9"/>
    <p:sldId id="276" r:id="rId10"/>
    <p:sldId id="287" r:id="rId11"/>
    <p:sldId id="277" r:id="rId12"/>
    <p:sldId id="286" r:id="rId13"/>
    <p:sldId id="278" r:id="rId14"/>
    <p:sldId id="288" r:id="rId15"/>
    <p:sldId id="280" r:id="rId16"/>
    <p:sldId id="281" r:id="rId17"/>
    <p:sldId id="291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4890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-979" y="30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53300" y="5699760"/>
            <a:ext cx="1653540" cy="624840"/>
          </a:xfrm>
        </p:spPr>
        <p:txBody>
          <a:bodyPr>
            <a:normAutofit fontScale="90000"/>
          </a:bodyPr>
          <a:lstStyle/>
          <a:p>
            <a:r>
              <a:rPr lang="en-IN" sz="2000" dirty="0" smtClean="0"/>
              <a:t>Presented  by</a:t>
            </a:r>
            <a:br>
              <a:rPr lang="en-IN" sz="2000" dirty="0" smtClean="0"/>
            </a:br>
            <a:r>
              <a:rPr lang="en-IN" sz="2000" dirty="0" smtClean="0"/>
              <a:t> M </a:t>
            </a:r>
            <a:r>
              <a:rPr lang="en-IN" sz="2000" dirty="0" err="1" smtClean="0"/>
              <a:t>Divya</a:t>
            </a:r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379419" y="2985730"/>
            <a:ext cx="8170698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44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RECEIPT AND INVOICE DIGITILISER</a:t>
            </a:r>
            <a:endParaRPr lang="en-US" sz="44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r>
              <a:rPr lang="en-IN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 smtClean="0"/>
              <a:t>An OCR-based system to digitize receipts and invoices</a:t>
            </a:r>
          </a:p>
          <a:p>
            <a:r>
              <a:rPr lang="en-US" sz="2600" dirty="0" smtClean="0"/>
              <a:t>Technology</a:t>
            </a:r>
            <a:r>
              <a:rPr lang="en-US" sz="2600" dirty="0" smtClean="0"/>
              <a:t>: Python, </a:t>
            </a:r>
            <a:r>
              <a:rPr lang="en-US" sz="2600" dirty="0" err="1" smtClean="0"/>
              <a:t>Streamlit</a:t>
            </a:r>
            <a:r>
              <a:rPr lang="en-US" sz="2600" dirty="0" smtClean="0"/>
              <a:t>, OCR</a:t>
            </a:r>
          </a:p>
          <a:p>
            <a:r>
              <a:rPr lang="en-US" sz="2600" dirty="0" smtClean="0"/>
              <a:t>Automated system to digitize receipts and invoices</a:t>
            </a:r>
          </a:p>
          <a:p>
            <a:r>
              <a:rPr lang="en-US" sz="2600" dirty="0" smtClean="0"/>
              <a:t>Uses Optical Character Recognition (OCR)</a:t>
            </a:r>
          </a:p>
          <a:p>
            <a:r>
              <a:rPr lang="en-US" sz="2600" dirty="0" smtClean="0"/>
              <a:t>Extracts key billing information automatically</a:t>
            </a:r>
          </a:p>
          <a:p>
            <a:r>
              <a:rPr lang="en-US" sz="2600" dirty="0" smtClean="0"/>
              <a:t>Stores data securely and provides analytics</a:t>
            </a:r>
          </a:p>
          <a:p>
            <a:r>
              <a:rPr lang="en-US" sz="2600" dirty="0" smtClean="0"/>
              <a:t>Built using Python and </a:t>
            </a:r>
            <a:r>
              <a:rPr lang="en-US" sz="2600" dirty="0" err="1" smtClean="0"/>
              <a:t>Streamlit</a:t>
            </a:r>
            <a:endParaRPr lang="en-US" sz="26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48640"/>
            <a:ext cx="8229600" cy="1143000"/>
          </a:xfrm>
        </p:spPr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74520"/>
            <a:ext cx="8229600" cy="4525963"/>
          </a:xfrm>
        </p:spPr>
        <p:txBody>
          <a:bodyPr>
            <a:normAutofit/>
          </a:bodyPr>
          <a:lstStyle/>
          <a:p>
            <a:r>
              <a:rPr sz="2800">
                <a:latin typeface="+mj-lt"/>
              </a:rPr>
              <a:t>Python</a:t>
            </a:r>
          </a:p>
          <a:p>
            <a:r>
              <a:rPr sz="2800">
                <a:latin typeface="+mj-lt"/>
              </a:rPr>
              <a:t>Streamlit</a:t>
            </a:r>
          </a:p>
          <a:p>
            <a:r>
              <a:rPr sz="2800">
                <a:latin typeface="+mj-lt"/>
              </a:rPr>
              <a:t>Tesseract OCR</a:t>
            </a:r>
          </a:p>
          <a:p>
            <a:r>
              <a:rPr sz="2800">
                <a:latin typeface="+mj-lt"/>
              </a:rPr>
              <a:t>SQLite</a:t>
            </a:r>
          </a:p>
          <a:p>
            <a:pPr>
              <a:buNone/>
            </a:pPr>
            <a:endParaRPr sz="280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70560"/>
            <a:ext cx="8229600" cy="1143000"/>
          </a:xfrm>
        </p:spPr>
        <p:txBody>
          <a:bodyPr/>
          <a:lstStyle/>
          <a:p>
            <a:r>
              <a:rPr lang="en-US" dirty="0" smtClean="0"/>
              <a:t>Vault &amp; Upload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13560"/>
            <a:ext cx="8229600" cy="431260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Allows users to upload receipts in </a:t>
            </a:r>
            <a:r>
              <a:rPr lang="en-US" sz="2400" b="1" dirty="0" smtClean="0"/>
              <a:t>Image or PDF format</a:t>
            </a:r>
            <a:endParaRPr lang="en-US" sz="2400" dirty="0" smtClean="0"/>
          </a:p>
          <a:p>
            <a:r>
              <a:rPr lang="en-US" sz="2400" dirty="0" smtClean="0"/>
              <a:t>Supports formats: JPG, PNG, JPEG, PDF</a:t>
            </a:r>
          </a:p>
          <a:p>
            <a:r>
              <a:rPr lang="en-US" sz="2400" dirty="0" smtClean="0"/>
              <a:t>Securely stores uploaded files for processing</a:t>
            </a:r>
          </a:p>
          <a:p>
            <a:r>
              <a:rPr lang="en-US" sz="2400" dirty="0" smtClean="0"/>
              <a:t>Converts PDF receipts into images for OCR</a:t>
            </a:r>
          </a:p>
          <a:p>
            <a:r>
              <a:rPr lang="en-US" sz="2400" dirty="0" smtClean="0"/>
              <a:t>Acts as the entry point of the system</a:t>
            </a:r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800" dirty="0" smtClean="0"/>
              <a:t>.</a:t>
            </a:r>
            <a:endParaRPr lang="en-US" sz="800" dirty="0"/>
          </a:p>
        </p:txBody>
      </p:sp>
      <p:pic>
        <p:nvPicPr>
          <p:cNvPr id="4" name="Content Placeholder 3" descr="Screenshot 2026-01-13 141446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860470"/>
            <a:ext cx="8229600" cy="276731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800" dirty="0" smtClean="0"/>
              <a:t>.</a:t>
            </a:r>
            <a:endParaRPr lang="en-US" sz="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525963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 smtClean="0"/>
              <a:t> </a:t>
            </a:r>
            <a:r>
              <a:rPr lang="en-US" b="1" dirty="0" smtClean="0"/>
              <a:t>Original Image</a:t>
            </a:r>
          </a:p>
          <a:p>
            <a:r>
              <a:rPr lang="en-US" dirty="0" smtClean="0"/>
              <a:t>Shows the uploaded receipt image or PDF page</a:t>
            </a:r>
          </a:p>
          <a:p>
            <a:r>
              <a:rPr lang="en-US" dirty="0" smtClean="0"/>
              <a:t>Helps users verify the uploaded document</a:t>
            </a:r>
          </a:p>
          <a:p>
            <a:r>
              <a:rPr lang="en-US" dirty="0" smtClean="0"/>
              <a:t>Maintains transparency in processing</a:t>
            </a:r>
          </a:p>
          <a:p>
            <a:r>
              <a:rPr lang="en-US" dirty="0" smtClean="0"/>
              <a:t>Supports both scanned and photographed </a:t>
            </a:r>
            <a:r>
              <a:rPr lang="en-US" dirty="0" smtClean="0"/>
              <a:t>receipts</a:t>
            </a:r>
          </a:p>
          <a:p>
            <a:endParaRPr lang="en-US" dirty="0" smtClean="0"/>
          </a:p>
          <a:p>
            <a:pPr>
              <a:buNone/>
            </a:pPr>
            <a:r>
              <a:rPr lang="en-US" b="1" dirty="0" smtClean="0"/>
              <a:t>Pre-Processed Image</a:t>
            </a:r>
          </a:p>
          <a:p>
            <a:r>
              <a:rPr lang="en-US" dirty="0" smtClean="0"/>
              <a:t>Image is converted to grayscale for clarity</a:t>
            </a:r>
          </a:p>
          <a:p>
            <a:r>
              <a:rPr lang="en-US" dirty="0" smtClean="0"/>
              <a:t>Noise reduction is applied to improve text visibility</a:t>
            </a:r>
          </a:p>
          <a:p>
            <a:r>
              <a:rPr lang="en-US" dirty="0" smtClean="0"/>
              <a:t>Image resizing improves OCR accuracy</a:t>
            </a:r>
          </a:p>
          <a:p>
            <a:r>
              <a:rPr lang="en-US" dirty="0" smtClean="0"/>
              <a:t>Preprocessing enhances text recognition performance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800" dirty="0" smtClean="0"/>
              <a:t>.</a:t>
            </a:r>
            <a:endParaRPr lang="en-US" sz="800" dirty="0"/>
          </a:p>
        </p:txBody>
      </p:sp>
      <p:pic>
        <p:nvPicPr>
          <p:cNvPr id="4" name="Content Placeholder 3" descr="Screenshot 2026-01-13 142924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527003"/>
            <a:ext cx="8229600" cy="351411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 OCR (Optical Character Recognition)</a:t>
            </a:r>
            <a:r>
              <a:rPr lang="en-US" sz="800" b="1" dirty="0" smtClean="0"/>
              <a:t/>
            </a:r>
            <a:br>
              <a:rPr lang="en-US" sz="800" b="1" dirty="0" smtClean="0"/>
            </a:br>
            <a:r>
              <a:rPr lang="en-IN" sz="800" dirty="0" smtClean="0"/>
              <a:t>.</a:t>
            </a:r>
            <a:endParaRPr lang="en-US" sz="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OCR </a:t>
            </a:r>
            <a:r>
              <a:rPr lang="en-US" dirty="0" smtClean="0"/>
              <a:t>converts images containing text into machine-readable text</a:t>
            </a:r>
          </a:p>
          <a:p>
            <a:r>
              <a:rPr lang="en-US" dirty="0" err="1" smtClean="0"/>
              <a:t>Tesseract</a:t>
            </a:r>
            <a:r>
              <a:rPr lang="en-US" dirty="0" smtClean="0"/>
              <a:t> OCR engine is used in this project</a:t>
            </a:r>
          </a:p>
          <a:p>
            <a:r>
              <a:rPr lang="en-US" dirty="0" smtClean="0"/>
              <a:t>Helps extract text from scanned receipts</a:t>
            </a:r>
          </a:p>
          <a:p>
            <a:r>
              <a:rPr lang="en-US" dirty="0" smtClean="0"/>
              <a:t>Eliminates manual data entry</a:t>
            </a:r>
          </a:p>
          <a:p>
            <a:r>
              <a:rPr lang="en-US" dirty="0" smtClean="0"/>
              <a:t>Improves speed and accuracy of </a:t>
            </a:r>
            <a:r>
              <a:rPr lang="en-US" dirty="0" smtClean="0"/>
              <a:t>processing </a:t>
            </a:r>
            <a:r>
              <a:rPr lang="en-US" b="1" dirty="0" smtClean="0"/>
              <a:t>Text </a:t>
            </a:r>
            <a:r>
              <a:rPr lang="en-US" b="1" dirty="0" smtClean="0"/>
              <a:t>Extracted from OCR</a:t>
            </a:r>
          </a:p>
          <a:p>
            <a:r>
              <a:rPr lang="en-US" dirty="0" smtClean="0"/>
              <a:t>OCR extracts raw text from receipt images</a:t>
            </a:r>
          </a:p>
          <a:p>
            <a:r>
              <a:rPr lang="en-US" dirty="0" smtClean="0"/>
              <a:t>Extracted text includes:</a:t>
            </a:r>
          </a:p>
          <a:p>
            <a:pPr lvl="1"/>
            <a:r>
              <a:rPr lang="en-US" dirty="0" smtClean="0"/>
              <a:t>Vendor name</a:t>
            </a:r>
          </a:p>
          <a:p>
            <a:pPr lvl="1"/>
            <a:r>
              <a:rPr lang="en-US" dirty="0" smtClean="0"/>
              <a:t>Date</a:t>
            </a:r>
          </a:p>
          <a:p>
            <a:pPr lvl="1"/>
            <a:r>
              <a:rPr lang="en-US" dirty="0" smtClean="0"/>
              <a:t>Total amount</a:t>
            </a:r>
          </a:p>
          <a:p>
            <a:r>
              <a:rPr lang="en-US" dirty="0" smtClean="0"/>
              <a:t>Text is processed using regular expressions</a:t>
            </a:r>
          </a:p>
          <a:p>
            <a:r>
              <a:rPr lang="en-US" dirty="0" smtClean="0"/>
              <a:t>Structured data is generated from unstructured text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800" dirty="0" smtClean="0"/>
              <a:t>.</a:t>
            </a:r>
            <a:endParaRPr lang="en-US" sz="800" dirty="0"/>
          </a:p>
        </p:txBody>
      </p:sp>
      <p:pic>
        <p:nvPicPr>
          <p:cNvPr id="4" name="Content Placeholder 3" descr="Screenshot 2026-01-13 142935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3122" y="1417638"/>
            <a:ext cx="5772956" cy="346758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Database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Uses </a:t>
            </a:r>
            <a:r>
              <a:rPr lang="en-US" sz="2400" b="1" dirty="0" err="1" smtClean="0"/>
              <a:t>SQLite</a:t>
            </a:r>
            <a:r>
              <a:rPr lang="en-US" sz="2400" dirty="0" smtClean="0"/>
              <a:t> as the backend database</a:t>
            </a:r>
          </a:p>
          <a:p>
            <a:r>
              <a:rPr lang="en-US" sz="2400" dirty="0" smtClean="0"/>
              <a:t>Stores extracted invoice details securely</a:t>
            </a:r>
          </a:p>
          <a:p>
            <a:r>
              <a:rPr lang="en-US" sz="2400" dirty="0" smtClean="0"/>
              <a:t>Database fields include:</a:t>
            </a:r>
          </a:p>
          <a:p>
            <a:pPr lvl="1"/>
            <a:r>
              <a:rPr lang="en-US" sz="2400" dirty="0" smtClean="0"/>
              <a:t>Reference Number</a:t>
            </a:r>
          </a:p>
          <a:p>
            <a:pPr lvl="1"/>
            <a:r>
              <a:rPr lang="en-US" sz="2400" dirty="0" smtClean="0"/>
              <a:t>Vendor Name</a:t>
            </a:r>
          </a:p>
          <a:p>
            <a:pPr lvl="1"/>
            <a:r>
              <a:rPr lang="en-US" sz="2400" dirty="0" smtClean="0"/>
              <a:t>Date</a:t>
            </a:r>
          </a:p>
          <a:p>
            <a:pPr lvl="1"/>
            <a:r>
              <a:rPr lang="en-US" sz="2400" dirty="0" smtClean="0"/>
              <a:t>Total Amount</a:t>
            </a:r>
          </a:p>
          <a:p>
            <a:r>
              <a:rPr lang="en-US" sz="2400" dirty="0" smtClean="0"/>
              <a:t>Lightweight and easy to integrate with Python</a:t>
            </a:r>
          </a:p>
          <a:p>
            <a:r>
              <a:rPr lang="en-US" sz="2400" dirty="0" smtClean="0"/>
              <a:t>Ensures persistent storage of invoice data</a:t>
            </a:r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800" dirty="0" smtClean="0"/>
              <a:t>.</a:t>
            </a:r>
            <a:endParaRPr lang="en-US" sz="800" dirty="0"/>
          </a:p>
        </p:txBody>
      </p:sp>
      <p:pic>
        <p:nvPicPr>
          <p:cNvPr id="4" name="Content Placeholder 3" descr="Screenshot 2026-01-13 142945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840" y="2223166"/>
            <a:ext cx="8694420" cy="2828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History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Displays </a:t>
            </a:r>
            <a:r>
              <a:rPr lang="en-US" sz="2400" dirty="0" smtClean="0"/>
              <a:t>all stored invoices in a </a:t>
            </a:r>
            <a:r>
              <a:rPr lang="en-US" sz="2400" b="1" dirty="0" smtClean="0"/>
              <a:t>tabular format</a:t>
            </a:r>
            <a:endParaRPr lang="en-US" sz="2400" dirty="0" smtClean="0"/>
          </a:p>
          <a:p>
            <a:r>
              <a:rPr lang="en-US" sz="2400" dirty="0" smtClean="0"/>
              <a:t>Data is fetched directly from the database</a:t>
            </a:r>
          </a:p>
          <a:p>
            <a:r>
              <a:rPr lang="en-US" sz="2400" dirty="0" smtClean="0"/>
              <a:t>Helps users review past transactions</a:t>
            </a:r>
          </a:p>
          <a:p>
            <a:r>
              <a:rPr lang="en-US" sz="2400" dirty="0" smtClean="0"/>
              <a:t>Supports tracking and auditing of expenses</a:t>
            </a:r>
          </a:p>
          <a:p>
            <a:r>
              <a:rPr lang="en-US" sz="2400" dirty="0" smtClean="0"/>
              <a:t>Improves transparency and record management</a:t>
            </a:r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800" dirty="0" smtClean="0"/>
              <a:t>.</a:t>
            </a:r>
            <a:endParaRPr lang="en-US" sz="800" dirty="0"/>
          </a:p>
        </p:txBody>
      </p:sp>
      <p:pic>
        <p:nvPicPr>
          <p:cNvPr id="4" name="Content Placeholder 3" descr="Screenshot 2026-01-13 142953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1793"/>
            <a:ext cx="8229600" cy="33007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Analytical Dashboard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Provides </a:t>
            </a:r>
            <a:r>
              <a:rPr lang="en-US" sz="2400" dirty="0" smtClean="0"/>
              <a:t>a visual summary of stored invoice data</a:t>
            </a:r>
          </a:p>
          <a:p>
            <a:r>
              <a:rPr lang="en-US" sz="2400" dirty="0" smtClean="0"/>
              <a:t>Uses interactive charts for better understanding</a:t>
            </a:r>
          </a:p>
          <a:p>
            <a:r>
              <a:rPr lang="en-US" sz="2400" dirty="0" smtClean="0"/>
              <a:t>Includes:</a:t>
            </a:r>
          </a:p>
          <a:p>
            <a:pPr lvl="1"/>
            <a:r>
              <a:rPr lang="en-US" sz="2400" b="1" dirty="0" smtClean="0"/>
              <a:t>Pie Chart</a:t>
            </a:r>
            <a:r>
              <a:rPr lang="en-US" sz="2400" dirty="0" smtClean="0"/>
              <a:t> – shows spending distribution by vendor</a:t>
            </a:r>
          </a:p>
          <a:p>
            <a:pPr lvl="1"/>
            <a:r>
              <a:rPr lang="en-US" sz="2400" b="1" dirty="0" smtClean="0"/>
              <a:t>Bar Chart</a:t>
            </a:r>
            <a:r>
              <a:rPr lang="en-US" sz="2400" dirty="0" smtClean="0"/>
              <a:t> – compares total expenses across vendors</a:t>
            </a:r>
          </a:p>
          <a:p>
            <a:pPr lvl="1"/>
            <a:r>
              <a:rPr lang="en-US" sz="2400" b="1" dirty="0" smtClean="0"/>
              <a:t>Line Chart</a:t>
            </a:r>
            <a:r>
              <a:rPr lang="en-US" sz="2400" dirty="0" smtClean="0"/>
              <a:t> – displays spending trends over time</a:t>
            </a:r>
          </a:p>
          <a:p>
            <a:r>
              <a:rPr lang="en-US" sz="2400" dirty="0" smtClean="0"/>
              <a:t>Helps identify high-spending vendors</a:t>
            </a:r>
          </a:p>
          <a:p>
            <a:r>
              <a:rPr lang="en-US" sz="2400" dirty="0" smtClean="0"/>
              <a:t>Supports data-driven financial decisions</a:t>
            </a:r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800" dirty="0" smtClean="0"/>
              <a:t>.</a:t>
            </a:r>
            <a:endParaRPr lang="en-US" sz="800" dirty="0"/>
          </a:p>
        </p:txBody>
      </p:sp>
      <p:pic>
        <p:nvPicPr>
          <p:cNvPr id="4" name="Content Placeholder 3" descr="Screenshot 2026-01-13 143006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417638"/>
            <a:ext cx="8229600" cy="333850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800" dirty="0" smtClean="0"/>
              <a:t>.</a:t>
            </a:r>
            <a:endParaRPr lang="en-US" sz="800" dirty="0"/>
          </a:p>
        </p:txBody>
      </p:sp>
      <p:pic>
        <p:nvPicPr>
          <p:cNvPr id="4" name="Content Placeholder 3" descr="Screenshot 2026-01-13 143012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985108"/>
            <a:ext cx="8229600" cy="261314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66060"/>
            <a:ext cx="8229600" cy="1143000"/>
          </a:xfrm>
        </p:spPr>
        <p:txBody>
          <a:bodyPr/>
          <a:lstStyle/>
          <a:p>
            <a:r>
              <a:rPr lang="en-IN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THANK YOU </a:t>
            </a:r>
            <a:endParaRPr lang="en-US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Words>353</Words>
  <Application>Microsoft Macintosh PowerPoint</Application>
  <PresentationFormat>On-screen Show (4:3)</PresentationFormat>
  <Paragraphs>79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Presented  by  M Divya</vt:lpstr>
      <vt:lpstr>Introduction</vt:lpstr>
      <vt:lpstr>Technologies Used</vt:lpstr>
      <vt:lpstr>Vault &amp; Upload</vt:lpstr>
      <vt:lpstr>.</vt:lpstr>
      <vt:lpstr>.</vt:lpstr>
      <vt:lpstr>.</vt:lpstr>
      <vt:lpstr> OCR (Optical Character Recognition) .</vt:lpstr>
      <vt:lpstr>.</vt:lpstr>
      <vt:lpstr> Database </vt:lpstr>
      <vt:lpstr>.</vt:lpstr>
      <vt:lpstr> History </vt:lpstr>
      <vt:lpstr>.</vt:lpstr>
      <vt:lpstr> Analytical Dashboard </vt:lpstr>
      <vt:lpstr>.</vt:lpstr>
      <vt:lpstr>.</vt:lpstr>
      <vt:lpstr>THANK YOU 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Receipt &amp; Invoice Digitizer</dc:title>
  <dc:creator>Ramprasad</dc:creator>
  <dc:description>generated using python-pptx</dc:description>
  <cp:lastModifiedBy>Ramprasad</cp:lastModifiedBy>
  <cp:revision>5</cp:revision>
  <dcterms:created xsi:type="dcterms:W3CDTF">2013-01-27T09:14:16Z</dcterms:created>
  <dcterms:modified xsi:type="dcterms:W3CDTF">2026-01-13T09:32:39Z</dcterms:modified>
</cp:coreProperties>
</file>